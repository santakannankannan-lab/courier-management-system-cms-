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Courier Management System (CMS)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  <a:p>
            <a:r>
              <a:t>A system for managing courier booking, tracking, delivery, and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Courier Management System is a software application that automates courier operations.</a:t>
            </a:r>
          </a:p>
          <a:p>
            <a:pPr>
              <a:defRPr sz="2400"/>
            </a:pPr>
            <a:r>
              <a:t>It manages customers, shipments, delivery agents, tracking, payments, and reports.</a:t>
            </a:r>
          </a:p>
          <a:p>
            <a:pPr>
              <a:defRPr sz="2400"/>
            </a:pPr>
            <a:r>
              <a:t>The system improves efficiency, accuracy, and transparency.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Automate courier booking and shipment management.</a:t>
            </a:r>
          </a:p>
          <a:p>
            <a:pPr>
              <a:defRPr sz="2400"/>
            </a:pPr>
            <a:r>
              <a:t>Provide real-time shipment status tracking.</a:t>
            </a:r>
          </a:p>
          <a:p>
            <a:pPr>
              <a:defRPr sz="2400"/>
            </a:pPr>
            <a:r>
              <a:t>Manage customers, branches, and delivery agents.</a:t>
            </a:r>
          </a:p>
          <a:p>
            <a:pPr>
              <a:defRPr sz="2400"/>
            </a:pPr>
            <a:r>
              <a:t>Reduce manual work and data-entry errors.</a:t>
            </a:r>
          </a:p>
          <a:p>
            <a:pPr>
              <a:defRPr sz="2400"/>
            </a:pPr>
            <a:r>
              <a:t>Generate useful operational and revenue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Admin Management</a:t>
            </a:r>
          </a:p>
          <a:p>
            <a:pPr>
              <a:defRPr sz="2400"/>
            </a:pPr>
            <a:r>
              <a:t>Customer Management</a:t>
            </a:r>
          </a:p>
          <a:p>
            <a:pPr>
              <a:defRPr sz="2400"/>
            </a:pPr>
            <a:r>
              <a:t>Courier/Shipment Management</a:t>
            </a:r>
          </a:p>
          <a:p>
            <a:pPr>
              <a:defRPr sz="2400"/>
            </a:pPr>
            <a:r>
              <a:t>Delivery Agent Management</a:t>
            </a:r>
          </a:p>
          <a:p>
            <a:pPr>
              <a:defRPr sz="2400"/>
            </a:pPr>
            <a:r>
              <a:t>Tracking &amp; Status Updates</a:t>
            </a:r>
          </a:p>
          <a:p>
            <a:pPr>
              <a:defRPr sz="2400"/>
            </a:pPr>
            <a:r>
              <a:t>Payment &amp; Billing</a:t>
            </a:r>
          </a:p>
          <a:p>
            <a:pPr>
              <a:defRPr sz="2400"/>
            </a:pPr>
            <a:r>
              <a:t>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Customer registers/logs in</a:t>
            </a:r>
          </a:p>
          <a:p>
            <a:pPr>
              <a:defRPr sz="2400"/>
            </a:pPr>
            <a:r>
              <a:t>Courier is booked and tracking ID is generated</a:t>
            </a:r>
          </a:p>
          <a:p>
            <a:pPr>
              <a:defRPr sz="2400"/>
            </a:pPr>
            <a:r>
              <a:t>Parcel is picked up</a:t>
            </a:r>
          </a:p>
          <a:p>
            <a:pPr>
              <a:defRPr sz="2400"/>
            </a:pPr>
            <a:r>
              <a:t>Shipment moves through hubs/branches</a:t>
            </a:r>
          </a:p>
          <a:p>
            <a:pPr>
              <a:defRPr sz="2400"/>
            </a:pPr>
            <a:r>
              <a:t>Delivery agent receives assignment</a:t>
            </a:r>
          </a:p>
          <a:p>
            <a:pPr>
              <a:defRPr sz="2400"/>
            </a:pPr>
            <a:r>
              <a:t>Parcel is delivered and status is updated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Unique tracking number for every shipment</a:t>
            </a:r>
          </a:p>
          <a:p>
            <a:pPr>
              <a:defRPr sz="2400"/>
            </a:pPr>
            <a:r>
              <a:t>Shipment status history</a:t>
            </a:r>
          </a:p>
          <a:p>
            <a:pPr>
              <a:defRPr sz="2400"/>
            </a:pPr>
            <a:r>
              <a:t>Automatic courier-charge calculation</a:t>
            </a:r>
          </a:p>
          <a:p>
            <a:pPr>
              <a:defRPr sz="2400"/>
            </a:pPr>
            <a:r>
              <a:t>Delivery-agent assignment</a:t>
            </a:r>
          </a:p>
          <a:p>
            <a:pPr>
              <a:defRPr sz="2400"/>
            </a:pPr>
            <a:r>
              <a:t>Payment and invoice management</a:t>
            </a:r>
          </a:p>
          <a:p>
            <a:pPr>
              <a:defRPr sz="2400"/>
            </a:pPr>
            <a:r>
              <a:t>Search and tracking</a:t>
            </a:r>
          </a:p>
          <a:p>
            <a:pPr>
              <a:defRPr sz="2400"/>
            </a:pPr>
            <a:r>
              <a:t>Reports and dashboards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Users</a:t>
            </a:r>
          </a:p>
          <a:p>
            <a:pPr>
              <a:defRPr sz="2400"/>
            </a:pPr>
            <a:r>
              <a:t>Customers</a:t>
            </a:r>
          </a:p>
          <a:p>
            <a:pPr>
              <a:defRPr sz="2400"/>
            </a:pPr>
            <a:r>
              <a:t>Couriers / Shipments</a:t>
            </a:r>
          </a:p>
          <a:p>
            <a:pPr>
              <a:defRPr sz="2400"/>
            </a:pPr>
            <a:r>
              <a:t>Addresses</a:t>
            </a:r>
          </a:p>
          <a:p>
            <a:pPr>
              <a:defRPr sz="2400"/>
            </a:pPr>
            <a:r>
              <a:t>Tracking</a:t>
            </a:r>
          </a:p>
          <a:p>
            <a:pPr>
              <a:defRPr sz="2400"/>
            </a:pPr>
            <a:r>
              <a:t>Delivery Agents</a:t>
            </a:r>
          </a:p>
          <a:p>
            <a:pPr>
              <a:defRPr sz="2400"/>
            </a:pPr>
            <a:r>
              <a:t>Branches</a:t>
            </a:r>
          </a:p>
          <a:p>
            <a:pPr>
              <a:defRPr sz="2400"/>
            </a:pPr>
            <a:r>
              <a:t>Payments</a:t>
            </a:r>
          </a:p>
          <a:p>
            <a:pPr>
              <a:defRPr sz="2400"/>
            </a:pPr>
            <a:r>
              <a:t>Invoices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Faster and more organized courier operations</a:t>
            </a:r>
          </a:p>
          <a:p>
            <a:pPr>
              <a:defRPr sz="2400"/>
            </a:pPr>
            <a:r>
              <a:t>Easy shipment tracking</a:t>
            </a:r>
          </a:p>
          <a:p>
            <a:pPr>
              <a:defRPr sz="2400"/>
            </a:pPr>
            <a:r>
              <a:t>Centralized customer and shipment records</a:t>
            </a:r>
          </a:p>
          <a:p>
            <a:pPr>
              <a:defRPr sz="2400"/>
            </a:pPr>
            <a:r>
              <a:t>Improved accountability</a:t>
            </a:r>
          </a:p>
          <a:p>
            <a:pPr>
              <a:defRPr sz="2400"/>
            </a:pPr>
            <a:r>
              <a:t>Reduced paperwork</a:t>
            </a:r>
          </a:p>
          <a:p>
            <a:pPr>
              <a:defRPr sz="2400"/>
            </a:pPr>
            <a:r>
              <a:t>Better reporting and decision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Mobile application for customers and delivery agents</a:t>
            </a:r>
          </a:p>
          <a:p>
            <a:pPr>
              <a:defRPr sz="2400"/>
            </a:pPr>
            <a:r>
              <a:t>SMS/email/WhatsApp notifications</a:t>
            </a:r>
          </a:p>
          <a:p>
            <a:pPr>
              <a:defRPr sz="2400"/>
            </a:pPr>
            <a:r>
              <a:t>Online payment integration</a:t>
            </a:r>
          </a:p>
          <a:p>
            <a:pPr>
              <a:defRPr sz="2400"/>
            </a:pPr>
            <a:r>
              <a:t>GPS-based live delivery tracking</a:t>
            </a:r>
          </a:p>
          <a:p>
            <a:pPr>
              <a:defRPr sz="2400"/>
            </a:pPr>
            <a:r>
              <a:t>Route optimization</a:t>
            </a:r>
          </a:p>
          <a:p>
            <a:pPr>
              <a:defRPr sz="2400"/>
            </a:pPr>
            <a:r>
              <a:t>Analytics and predictive delivery estimates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Courier Management System provides an integrated platform for managing courier services.</a:t>
            </a:r>
          </a:p>
          <a:p>
            <a:pPr>
              <a:defRPr sz="2400"/>
            </a:pPr>
            <a:r>
              <a:t>It simplifies booking, tracking, delivery, billing, and reporting.</a:t>
            </a:r>
          </a:p>
          <a:p>
            <a:pPr>
              <a:defRPr sz="2400"/>
            </a:pPr>
            <a:r>
              <a:t>The system can be expanded with mobile, GPS, notification, and payment features.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